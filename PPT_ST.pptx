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3" r:id="rId4"/>
    <p:sldId id="264" r:id="rId5"/>
    <p:sldId id="261" r:id="rId6"/>
    <p:sldId id="265"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60D0"/>
    <a:srgbClr val="43CEFF"/>
    <a:srgbClr val="FF3399"/>
    <a:srgbClr val="CC3399"/>
    <a:srgbClr val="70AC2E"/>
    <a:srgbClr val="C19FFF"/>
    <a:srgbClr val="CAB4EA"/>
    <a:srgbClr val="D3B5E9"/>
    <a:srgbClr val="D68B1C"/>
    <a:srgbClr val="FFE0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60" d="100"/>
          <a:sy n="60" d="100"/>
        </p:scale>
        <p:origin x="-1656" y="-534"/>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152705" cy="152705"/>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07080" y="4192525"/>
            <a:ext cx="7772400" cy="1221640"/>
          </a:xfrm>
          <a:effectLst/>
        </p:spPr>
        <p:txBody>
          <a:bodyPr>
            <a:normAutofit/>
          </a:bodyPr>
          <a:lstStyle>
            <a:lvl1pPr algn="r">
              <a:defRPr sz="3600">
                <a:solidFill>
                  <a:schemeClr val="tx2">
                    <a:lumMod val="75000"/>
                  </a:schemeClr>
                </a:solidFill>
              </a:defRPr>
            </a:lvl1pPr>
          </a:lstStyle>
          <a:p>
            <a:r>
              <a:rPr lang="en-US" dirty="0" smtClean="0"/>
              <a:t>Click to edit </a:t>
            </a:r>
            <a:br>
              <a:rPr lang="en-US" dirty="0" smtClean="0"/>
            </a:br>
            <a:r>
              <a:rPr lang="en-US" dirty="0" smtClean="0"/>
              <a:t>Master title style</a:t>
            </a:r>
            <a:endParaRPr lang="en-US" dirty="0"/>
          </a:p>
        </p:txBody>
      </p:sp>
      <p:sp>
        <p:nvSpPr>
          <p:cNvPr id="3" name="Subtitle 2"/>
          <p:cNvSpPr>
            <a:spLocks noGrp="1"/>
          </p:cNvSpPr>
          <p:nvPr>
            <p:ph type="subTitle" idx="1"/>
          </p:nvPr>
        </p:nvSpPr>
        <p:spPr>
          <a:xfrm>
            <a:off x="2281425" y="2207360"/>
            <a:ext cx="6400800" cy="1068935"/>
          </a:xfrm>
        </p:spPr>
        <p:txBody>
          <a:bodyPr>
            <a:normAutofit/>
          </a:bodyPr>
          <a:lstStyle>
            <a:lvl1pPr marL="0" indent="0" algn="r">
              <a:buNone/>
              <a:defRPr sz="2600">
                <a:solidFill>
                  <a:srgbClr val="3860D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a:t>
            </a:r>
          </a:p>
          <a:p>
            <a:r>
              <a:rPr lang="en-US" dirty="0" smtClean="0"/>
              <a:t>Master subtitle style</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6/24/2023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8965" y="833015"/>
            <a:ext cx="8229600" cy="458115"/>
          </a:xfrm>
        </p:spPr>
        <p:txBody>
          <a:bodyPr>
            <a:normAutofit/>
          </a:bodyPr>
          <a:lstStyle>
            <a:lvl1pPr algn="r">
              <a:defRPr sz="3600">
                <a:solidFill>
                  <a:schemeClr val="accent1">
                    <a:lumMod val="75000"/>
                  </a:schemeClr>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448965" y="1596540"/>
            <a:ext cx="8229600" cy="3766098"/>
          </a:xfrm>
        </p:spPr>
        <p:txBody>
          <a:bodyPr/>
          <a:lstStyle>
            <a:lvl1pPr>
              <a:defRPr sz="2800">
                <a:solidFill>
                  <a:srgbClr val="3860D0"/>
                </a:solidFill>
              </a:defRPr>
            </a:lvl1pPr>
            <a:lvl2pPr>
              <a:defRPr>
                <a:solidFill>
                  <a:srgbClr val="3860D0"/>
                </a:solidFill>
              </a:defRPr>
            </a:lvl2pPr>
            <a:lvl3pPr>
              <a:defRPr>
                <a:solidFill>
                  <a:srgbClr val="3860D0"/>
                </a:solidFill>
              </a:defRPr>
            </a:lvl3pPr>
            <a:lvl4pPr>
              <a:defRPr>
                <a:solidFill>
                  <a:srgbClr val="3860D0"/>
                </a:solidFill>
              </a:defRPr>
            </a:lvl4pPr>
            <a:lvl5pPr>
              <a:defRPr>
                <a:solidFill>
                  <a:srgbClr val="3860D0"/>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6/24/2023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70605" y="527605"/>
            <a:ext cx="7016195" cy="610820"/>
          </a:xfrm>
        </p:spPr>
        <p:txBody>
          <a:bodyPr>
            <a:normAutofit/>
          </a:bodyPr>
          <a:lstStyle>
            <a:lvl1pPr algn="l">
              <a:defRPr sz="3600">
                <a:solidFill>
                  <a:schemeClr val="tx2">
                    <a:lumMod val="75000"/>
                  </a:schemeClr>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1670605" y="1291130"/>
            <a:ext cx="7016195" cy="4275740"/>
          </a:xfrm>
        </p:spPr>
        <p:txBody>
          <a:bodyPr/>
          <a:lstStyle>
            <a:lvl1pPr>
              <a:defRPr sz="2800">
                <a:solidFill>
                  <a:srgbClr val="3860D0"/>
                </a:solidFill>
              </a:defRPr>
            </a:lvl1pPr>
            <a:lvl2pPr>
              <a:defRPr>
                <a:solidFill>
                  <a:srgbClr val="3860D0"/>
                </a:solidFill>
              </a:defRPr>
            </a:lvl2pPr>
            <a:lvl3pPr>
              <a:defRPr>
                <a:solidFill>
                  <a:srgbClr val="3860D0"/>
                </a:solidFill>
              </a:defRPr>
            </a:lvl3pPr>
            <a:lvl4pPr>
              <a:defRPr>
                <a:solidFill>
                  <a:srgbClr val="3860D0"/>
                </a:solidFill>
              </a:defRPr>
            </a:lvl4pPr>
            <a:lvl5pPr>
              <a:defRPr>
                <a:solidFill>
                  <a:srgbClr val="3860D0"/>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6/24/2023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6/24/2023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3074F12-AA26-4AC8-9962-C36BB8F32554}" type="datetimeFigureOut">
              <a:rPr lang="en-US" smtClean="0"/>
              <a:pPr/>
              <a:t>6/24/2023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1670" y="680310"/>
            <a:ext cx="8229600" cy="610820"/>
          </a:xfrm>
        </p:spPr>
        <p:txBody>
          <a:bodyPr>
            <a:normAutofit/>
          </a:bodyPr>
          <a:lstStyle>
            <a:lvl1pPr algn="r">
              <a:defRPr sz="3600">
                <a:solidFill>
                  <a:schemeClr val="tx2">
                    <a:lumMod val="75000"/>
                  </a:schemeClr>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601670" y="1730202"/>
            <a:ext cx="4040188" cy="639762"/>
          </a:xfrm>
        </p:spPr>
        <p:txBody>
          <a:bodyPr anchor="b"/>
          <a:lstStyle>
            <a:lvl1pPr marL="0" indent="0">
              <a:buNone/>
              <a:defRPr sz="2400" b="1">
                <a:solidFill>
                  <a:srgbClr val="3860D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601670" y="2360065"/>
            <a:ext cx="4040188" cy="3035058"/>
          </a:xfrm>
        </p:spPr>
        <p:txBody>
          <a:bodyPr/>
          <a:lstStyle>
            <a:lvl1pPr>
              <a:defRPr sz="2400">
                <a:solidFill>
                  <a:srgbClr val="3860D0"/>
                </a:solidFill>
              </a:defRPr>
            </a:lvl1pPr>
            <a:lvl2pPr>
              <a:defRPr sz="2000">
                <a:solidFill>
                  <a:srgbClr val="3860D0"/>
                </a:solidFill>
              </a:defRPr>
            </a:lvl2pPr>
            <a:lvl3pPr>
              <a:defRPr sz="1800">
                <a:solidFill>
                  <a:srgbClr val="3860D0"/>
                </a:solidFill>
              </a:defRPr>
            </a:lvl3pPr>
            <a:lvl4pPr>
              <a:defRPr sz="1600">
                <a:solidFill>
                  <a:srgbClr val="3860D0"/>
                </a:solidFill>
              </a:defRPr>
            </a:lvl4pPr>
            <a:lvl5pPr>
              <a:defRPr sz="1600">
                <a:solidFill>
                  <a:srgbClr val="3860D0"/>
                </a:solidFill>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36790" y="1730202"/>
            <a:ext cx="4041775" cy="639762"/>
          </a:xfrm>
        </p:spPr>
        <p:txBody>
          <a:bodyPr anchor="b"/>
          <a:lstStyle>
            <a:lvl1pPr marL="0" indent="0">
              <a:buNone/>
              <a:defRPr sz="2400" b="1">
                <a:solidFill>
                  <a:srgbClr val="3860D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36790" y="2360065"/>
            <a:ext cx="4041775" cy="3035058"/>
          </a:xfrm>
        </p:spPr>
        <p:txBody>
          <a:bodyPr/>
          <a:lstStyle>
            <a:lvl1pPr>
              <a:defRPr sz="2400">
                <a:solidFill>
                  <a:srgbClr val="3860D0"/>
                </a:solidFill>
              </a:defRPr>
            </a:lvl1pPr>
            <a:lvl2pPr>
              <a:defRPr sz="2000">
                <a:solidFill>
                  <a:srgbClr val="3860D0"/>
                </a:solidFill>
              </a:defRPr>
            </a:lvl2pPr>
            <a:lvl3pPr>
              <a:defRPr sz="1800">
                <a:solidFill>
                  <a:srgbClr val="3860D0"/>
                </a:solidFill>
              </a:defRPr>
            </a:lvl3pPr>
            <a:lvl4pPr>
              <a:defRPr sz="1600">
                <a:solidFill>
                  <a:srgbClr val="3860D0"/>
                </a:solidFill>
              </a:defRPr>
            </a:lvl4pPr>
            <a:lvl5pPr>
              <a:defRPr sz="1600">
                <a:solidFill>
                  <a:srgbClr val="3860D0"/>
                </a:solidFill>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Date Placeholder 6"/>
          <p:cNvSpPr>
            <a:spLocks noGrp="1"/>
          </p:cNvSpPr>
          <p:nvPr>
            <p:ph type="dt" sz="half" idx="10"/>
          </p:nvPr>
        </p:nvSpPr>
        <p:spPr/>
        <p:txBody>
          <a:bodyPr/>
          <a:lstStyle/>
          <a:p>
            <a:fld id="{53074F12-AA26-4AC8-9962-C36BB8F32554}" type="datetimeFigureOut">
              <a:rPr lang="en-US" smtClean="0"/>
              <a:pPr/>
              <a:t>6/24/2023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3074F12-AA26-4AC8-9962-C36BB8F32554}" type="datetimeFigureOut">
              <a:rPr lang="en-US" smtClean="0"/>
              <a:pPr/>
              <a:t>6/24/2023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6/24/2023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6/24/2023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6/24/2023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3074F12-AA26-4AC8-9962-C36BB8F32554}" type="datetimeFigureOut">
              <a:rPr lang="en-US" smtClean="0"/>
              <a:pPr/>
              <a:t>6/24/2023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3074F12-AA26-4AC8-9962-C36BB8F32554}" type="datetimeFigureOut">
              <a:rPr lang="en-US" smtClean="0"/>
              <a:pPr/>
              <a:t>6/24/2023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893609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6/24/2023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endParaRPr lang="en-IN" dirty="0"/>
          </a:p>
        </p:txBody>
      </p:sp>
      <p:pic>
        <p:nvPicPr>
          <p:cNvPr id="1026" name="Picture 2" descr="C:\Users\Hp\Desktop\logo_ST.png"/>
          <p:cNvPicPr>
            <a:picLocks noChangeAspect="1" noChangeArrowheads="1"/>
          </p:cNvPicPr>
          <p:nvPr/>
        </p:nvPicPr>
        <p:blipFill rotWithShape="1">
          <a:blip r:embed="rId3">
            <a:extLst>
              <a:ext uri="{28A0092B-C50C-407E-A947-70E740481C1C}">
                <a14:useLocalDpi xmlns:a14="http://schemas.microsoft.com/office/drawing/2010/main" val="0"/>
              </a:ext>
            </a:extLst>
          </a:blip>
          <a:srcRect l="27184" t="39041" r="15777" b="40827"/>
          <a:stretch/>
        </p:blipFill>
        <p:spPr bwMode="auto">
          <a:xfrm>
            <a:off x="5631785" y="4333232"/>
            <a:ext cx="3512215" cy="12097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9203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About Us</a:t>
            </a:r>
            <a:endParaRPr lang="en-US" b="1" dirty="0"/>
          </a:p>
        </p:txBody>
      </p:sp>
      <p:pic>
        <p:nvPicPr>
          <p:cNvPr id="3074" name="Picture 2" descr="C:\Users\Hp\Desktop\logo_ST.png"/>
          <p:cNvPicPr>
            <a:picLocks noChangeAspect="1" noChangeArrowheads="1"/>
          </p:cNvPicPr>
          <p:nvPr/>
        </p:nvPicPr>
        <p:blipFill rotWithShape="1">
          <a:blip r:embed="rId2">
            <a:extLst>
              <a:ext uri="{28A0092B-C50C-407E-A947-70E740481C1C}">
                <a14:useLocalDpi xmlns:a14="http://schemas.microsoft.com/office/drawing/2010/main" val="0"/>
              </a:ext>
            </a:extLst>
          </a:blip>
          <a:srcRect l="2414" b="37808"/>
          <a:stretch/>
        </p:blipFill>
        <p:spPr bwMode="auto">
          <a:xfrm>
            <a:off x="2" y="1443835"/>
            <a:ext cx="9143998" cy="5419083"/>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448965" y="1596540"/>
            <a:ext cx="8093365" cy="4581150"/>
          </a:xfrm>
        </p:spPr>
        <p:txBody>
          <a:bodyPr>
            <a:normAutofit/>
          </a:bodyPr>
          <a:lstStyle/>
          <a:p>
            <a:r>
              <a:rPr lang="en-US" sz="2100" dirty="0" err="1" smtClean="0">
                <a:solidFill>
                  <a:schemeClr val="accent1">
                    <a:lumMod val="20000"/>
                    <a:lumOff val="80000"/>
                  </a:schemeClr>
                </a:solidFill>
              </a:rPr>
              <a:t>Sadhavi</a:t>
            </a:r>
            <a:r>
              <a:rPr lang="en-US" sz="2100" dirty="0" smtClean="0">
                <a:solidFill>
                  <a:schemeClr val="accent1">
                    <a:lumMod val="20000"/>
                    <a:lumOff val="80000"/>
                  </a:schemeClr>
                </a:solidFill>
              </a:rPr>
              <a:t> </a:t>
            </a:r>
            <a:r>
              <a:rPr lang="en-US" sz="2100" dirty="0" err="1">
                <a:solidFill>
                  <a:schemeClr val="accent1">
                    <a:lumMod val="20000"/>
                    <a:lumOff val="80000"/>
                  </a:schemeClr>
                </a:solidFill>
              </a:rPr>
              <a:t>Translines</a:t>
            </a:r>
            <a:r>
              <a:rPr lang="en-US" sz="2100" dirty="0">
                <a:solidFill>
                  <a:schemeClr val="accent1">
                    <a:lumMod val="20000"/>
                    <a:lumOff val="80000"/>
                  </a:schemeClr>
                </a:solidFill>
              </a:rPr>
              <a:t> was established in </a:t>
            </a:r>
            <a:r>
              <a:rPr lang="en-US" sz="2100" dirty="0" smtClean="0">
                <a:solidFill>
                  <a:schemeClr val="accent1">
                    <a:lumMod val="20000"/>
                    <a:lumOff val="80000"/>
                  </a:schemeClr>
                </a:solidFill>
              </a:rPr>
              <a:t>2008 </a:t>
            </a:r>
            <a:r>
              <a:rPr lang="en-US" sz="2100" dirty="0" smtClean="0">
                <a:solidFill>
                  <a:schemeClr val="accent1">
                    <a:lumMod val="20000"/>
                    <a:lumOff val="80000"/>
                  </a:schemeClr>
                </a:solidFill>
              </a:rPr>
              <a:t> </a:t>
            </a:r>
            <a:r>
              <a:rPr lang="en-US" sz="2100" dirty="0">
                <a:solidFill>
                  <a:schemeClr val="accent1">
                    <a:lumMod val="20000"/>
                    <a:lumOff val="80000"/>
                  </a:schemeClr>
                </a:solidFill>
              </a:rPr>
              <a:t>with the mind set to become the market leader as a service provider specially by Road. </a:t>
            </a:r>
            <a:endParaRPr lang="en-US" sz="2100" dirty="0" smtClean="0">
              <a:solidFill>
                <a:schemeClr val="accent1">
                  <a:lumMod val="20000"/>
                  <a:lumOff val="80000"/>
                </a:schemeClr>
              </a:solidFill>
            </a:endParaRPr>
          </a:p>
          <a:p>
            <a:endParaRPr lang="en-US" sz="2100" dirty="0" smtClean="0">
              <a:solidFill>
                <a:schemeClr val="accent1">
                  <a:lumMod val="20000"/>
                  <a:lumOff val="80000"/>
                </a:schemeClr>
              </a:solidFill>
            </a:endParaRPr>
          </a:p>
          <a:p>
            <a:r>
              <a:rPr lang="en-US" sz="2100" dirty="0">
                <a:solidFill>
                  <a:schemeClr val="accent1">
                    <a:lumMod val="20000"/>
                    <a:lumOff val="80000"/>
                  </a:schemeClr>
                </a:solidFill>
              </a:rPr>
              <a:t>We have been in the business with excellent quality service record for the past 14 years. We are a company which you can rely upon with complete trust and faith. </a:t>
            </a:r>
          </a:p>
          <a:p>
            <a:endParaRPr lang="en-US" sz="2100" dirty="0" smtClean="0">
              <a:solidFill>
                <a:schemeClr val="accent1">
                  <a:lumMod val="20000"/>
                  <a:lumOff val="80000"/>
                </a:schemeClr>
              </a:solidFill>
            </a:endParaRPr>
          </a:p>
          <a:p>
            <a:r>
              <a:rPr lang="en-US" sz="2100" dirty="0" smtClean="0">
                <a:solidFill>
                  <a:schemeClr val="accent1">
                    <a:lumMod val="20000"/>
                    <a:lumOff val="80000"/>
                  </a:schemeClr>
                </a:solidFill>
              </a:rPr>
              <a:t>You </a:t>
            </a:r>
            <a:r>
              <a:rPr lang="en-US" sz="2100" dirty="0">
                <a:solidFill>
                  <a:schemeClr val="accent1">
                    <a:lumMod val="20000"/>
                    <a:lumOff val="80000"/>
                  </a:schemeClr>
                </a:solidFill>
              </a:rPr>
              <a:t>can be rest assured that your goods are in safe hands and be assured of timely delivery when you use our service for the distribution of your urgent, time bound and high value consignments.</a:t>
            </a:r>
          </a:p>
          <a:p>
            <a:endParaRPr lang="en-US" sz="2400" dirty="0"/>
          </a:p>
        </p:txBody>
      </p:sp>
    </p:spTree>
    <p:extLst>
      <p:ext uri="{BB962C8B-B14F-4D97-AF65-F5344CB8AC3E}">
        <p14:creationId xmlns:p14="http://schemas.microsoft.com/office/powerpoint/2010/main" val="20076202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Hp\Desktop\logo_ST.png"/>
          <p:cNvPicPr>
            <a:picLocks noChangeAspect="1" noChangeArrowheads="1"/>
          </p:cNvPicPr>
          <p:nvPr/>
        </p:nvPicPr>
        <p:blipFill rotWithShape="1">
          <a:blip r:embed="rId2">
            <a:extLst>
              <a:ext uri="{28A0092B-C50C-407E-A947-70E740481C1C}">
                <a14:useLocalDpi xmlns:a14="http://schemas.microsoft.com/office/drawing/2010/main" val="0"/>
              </a:ext>
            </a:extLst>
          </a:blip>
          <a:srcRect l="2414" b="37808"/>
          <a:stretch/>
        </p:blipFill>
        <p:spPr bwMode="auto">
          <a:xfrm>
            <a:off x="2" y="1443835"/>
            <a:ext cx="9143998" cy="5419083"/>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2" descr="data:image/jpeg;base64,/9j/4AAQSkZJRgABAQAAAQABAAD/2wCEAAoGBxQUExYUFBQWFxYYGRgZGhkYGRgYHx0aGBgYGRkiIhgZHyoiGRwnHRgZIzQjJy0uMTExGSE2OzYwOiowMS4BCwsLDw4PHRERHDonIigwMDAwMDMyNTIwMDAzMjIyMDEwMC4wMDAwMDAwMDAwMDAwMDAwMDAwMDAwMDAwMDAwMv/AABEIALsBDQMBIgACEQEDEQH/xAAcAAACAgMBAQAAAAAAAAAAAAAFBgAEAgMHAQj/xABJEAACAQIDBAYEDAQFAwMFAAABAgMAEQQSIQUGMUETIlFhcYEykaGxBxRCUmOCosHR4eLwFiNykjNDYrLxFVOjJHPCJTRUpLP/xAAZAQEAAwEBAAAAAAAAAAAAAAAAAQIDBAX/xAAuEQACAgECBAQFBAMAAAAAAAAAAQIRAxJRITFBoRRCUtEEBRMVsSJhcfAyYpH/2gAMAwEAAhEDEQA/AOM1Kleqt6Aires24acB+71izchwrwG1AeV6q3rPLfh5935Vizchw99Aes3IcPfWFSvQL0B4BW0W4Dj2/d+dYk20HmawoCEVKyGvjXvDx9350B4Rbx/ftrGpRPBbDkfUjIva3H+3j7qAGVmoA1Pqplw+70K6uWc/2j1DX21bXAwD/LTzGb30AnPxrGnYQQ8Oijt/Qv4Vi+AgPGJPIW91AJwHM/8ANYsb00TbAhf0SyHuNx6j+NDsZu5KgutpB/p4/wBv4XoAPWSLzPCvQnG+luP4eNeM1/CgMn11HDs7P321rr1WtWeS+o4c+6gMFW9Twr1m5DhWNASvQL1FF6yJtoPM/vlQHvcOPv7h+9a11Kz4+Pv/AD/fiBgKyOnjUJt41jQEqVKzygcb0Biq3rIv2cPf414zchwrGgMyOY/4qxhcHnAIYDWxGpIFuOnqrXhcOXNhw5nsFWMRPlXIhuBcE27T7LjQ+HjQGnElAQE5CxPInt/envNY1bw+zJX9GNvEiw9ZqxHu/OfkgeLD7jQAwCsybaDzNEG3fmHyQfBl+81XxGzJU9KNvEC49YoCqzXre2CkC5jG4Xtym3rtVrd9QZCbBmVGZAebgafvuotHMb3DHVSwk6RiSQmdiU9EJcZSOV6AWFNqsYPCPKwVBc9vIDvNWcRgM+IZIxYXv3LwLeQJtTHs3BhSkEVruyrc6XZiFBJ7LnyoCtgdmxw6+k/zjy8Byre+Iq9vjsGbAzCKYqSyhlZblSOB4gHQ8qJwbtwPsSXHHN0yudcxsFEqxkZeHAk343oBXbFdprW2Ir3buxp8NHBJMqhcQnSRWYNdbKdQPRNnU27/ABqlCQoEjmwuLC3pc/3/AMXAKgKvWZgVHAC/W07fH12PYTVf4x6u+heIx7Mbsf32+JorvFsSfBSLFiFVWdBIMrBhlJI4jncEUB6mIq3h8Z30ESet6S0ATx+EixA6wyvyYcfMfKpYxuypI3yZS1+BUE3Hl7qNxzUfwTK0CqwuHz5rHKSy+guYarca0BzyfDuhs6sp/wBQI99YBzTVt3BZI3DejZipzFhmQpYqW1F8+UjtpToCV6BetmHgZzZFLHsAvRODd6UjXKnbc3PqHKgBRNtB6/3yrw6+NH492V+VKT4Lb3mtq7sRnQO9/AUAv4eHNfUAgaDmT2Ct+KiRFy3zPxzC4FrajvHYefha5593ujBWOQFja+ZdNAdOPbY8OXfag2K2LOtyVz96nN7OPsoAcxvXlQioRQGY08fdXhasalAStsEd2UHgSLnz9lYxRFiAouTyps2PskRKXKl3UXYgEhB26cPE/wDIGnCbDbLZj0ado9Nu3nYC/M37O83YcNDD6CAHtOp9Zpo+DfZcWNxEsUwZlELMtmK2bMq305jN4UobUgaGaSF9Gjdkb6ptfw50BvfFdlYnGV5vCkEU2TCznExlV6+Uglm4qF5624dtuVXt4dycbhMOuImjURnLmAbM0ZbQZxbTUgXBOpoCiMXWa4mr2yvg/wAdiML8ajRcmXMis1nkUC91W1rHlci/qrHdnZpRfjmKwc8uDCNdoyFsTorasGKg8SNB5EUBQlijY3K2YcGGjDzFUNq4eexMbZlPHKqq58co63l6q9XEDlp3fvjRjd85nzHguvny/GgBuzsL0Sa6u2rHv7PL31hLLbW+vEfjTDtfBCQF00fs5N+fvpWnJJN+PO/740B1Df7/AOo7Hgx6C8kH+Jbs0Sb1MA3gKvfB1sUYzYPxdmKLLJIGZbXCifMbX0vZbUG+BPaQzTYGXWKZSyg8M2XK4+sn+2mrD7Nm2fsiaGJirxvIEcccrzCx15lG8jVdRaugj/CnuRBg44MRBJI0QJiySP0gDLcgLfldWuo06ppt3L3ewEWDwhxEKSyY0DrSKHAZ4mlCAt/hgKthbifZS3j2cZNi4NDclZAT45Zgb+urO5WKV4E2djIs0TAiJmU2IBuFv2g+iw4aCo1q6J0OrFzdPcjZb4zFRTzBwmIaGDDiQhip617qc7garobDIxNLe8G6Ur7XkwGHLSWZVQyMWyR9Gr6sdcqBreQ5nXoO5W4i4XakjcUhRijG17yABT5IWHjVncvCNHPtHaMw6xLhPC5cgHwEQ8qaiNIo7y/A7iYER8PL8ZJYIyKgQqTzBLEFb8b2te/gB29uPj8GFMsJKtezRHpALakHKLr4kW766q4xWG2fhYYHIxM0hdmIDG8rNI5OYEelIt/OjR2pMMZDg4rMqJnxEr6sRlNgLEAMWKkn/VoKnUhTPneJ6vYLHOlwp0PEEAg+Rq98IOKSTaOJeIARmSwsLXKqqM3myse+9BojVitBTGuZ0KOeNrcgCOFgNKG4Ddgg3n6tj6A4m3aeQ/elM2xsCIgHfV+Q+b+dHdi7sjHzMvTdGRGT6ObMQQBzGmuvPQUAqdKka5Y1Cr3c/wAaqyYuomFPxhcO+hMywtbiD0gRvbejPwrbEhwWKSGAMFaFXILFusWdeJ11y0AL2bhZp36OGNpHtfKoubDmeQHea9xM5hJQizjRg2hUjQjtBvfQ916JfBdvPLBikw8Sxn4zLCjuwJZVViWC2PNS3Hxqj8Ks4/6ri8vDOl/HoYwfbegKS4vvrcmKoCuJrfHiLePu/OgCeKwkUvpDrcmGhH4+dL209lPFr6SfOH3jkaLx4ircU4IsRcHQg8DQCeovUIoptjZfR9ddUPAfNPYe7sNDswOpvegGLYuBESdI3psNL8h+J9nrp/8Age2qoxUuHkClcTHazWILR5jlseIKs+ndSRipL1r2dtJoJ4p09KJ1cAc8puR5i486A7du5u1h8PiZ8Vhm6gjkieH5kisrEDmAQvA9oI0NKu9EuDi2jhdqTKXwuJh6TRc/85EXJdefVK6dqdxrD4S8ZPhsQuMwUmWPHQAOQAQxRRY63AYxstjx6pqlsHAHGbEmwhF5MK4mivqchzMQO+xlHmtQ2iUmz34T8VCs2ytqJFlE3RyyIALkRtDKt7aFrMy37hTD8KWLxD7PnmwpTE4SdULEElogtszKBoyHKCeBQ5ib/JC737K6fY+y9bdGwiJ7BkZCf/HTRuluqMFjMRhYzK2Elw6ORIcwEhZo2sbWuVBJ8u6o1ImjSu8U3/TYcfgQswhw7RzQFiuUhY8zWA9OMxnqnirNY8LhNl7zzSbv4ufE5AnR/FYVRctxlEWbibks9tLD+XwFMe6m7UeBxuLSEMmF6CEsGYsufr3N2PzQb+NU96924ug2ds2AHoHnDnW5aNQWck8yc5apsiituBsHDYSLBxTQLLiccru5dQ3RxLHntZgbAXjW3NmPZarWzdxdnvJNHDiWLZ3YJHlPRi9rG4JIB0FyOFEMXKY8RjseRph4Vw0A5FtHf1yNGn1aHQ7PlwmFjwsRPx3GMM78405kniLC/mXI4UsULW8m7mIwdmlClGNg6m4J1NiDqDYX++lzaWzw/wDMXiPS7x2+Ipt+EbaqKYsBCbxYYAMebSWsfUCb97N2UG2KwuL1E3wLQXEv7kbEkaRHjUlkIYEciDpfsFdc25h+lw8iEaleHeCD91JO52KWKcINFkGX18PbamSLaeQPGdTcg35HgfGsISSTvqazi21XQ0tsUyYJIRoVb1dZvuaib7IB+LjS0NvYth7RVGHHMosre776xTaDAGzn11ZSiiHCQTlhUiZ0uXcZD4qCBb+69VDshhh0h45nHSH/AE5sx9gAqjDtB1vla1/A++t8G2JACLg951Ipri+Y0SXIIGNWmaQjSJcq9zHVrd9rCq+HwbdHNKo/my3seYHAeq5PkK0/HRkWO9rm7MTxub/h6qvDFpnJDdSJCTY6cPboPZUppkNNHDd8dhmF2BFiDwodu7hLfzGH9I8OLfd66ad9MR08p7XPv4+oe6gs7hbKvACw8qnE7RGRUzfJNRrcbafQ4yEk2VjkbwfQfasfKllZKsYRSWFvKtTIM7x7DMe8cC26k00WIXs0OaT7cbH6worvls3Z+J2nOcdimi6KOCJIkNncsC9xZWZtXAsov26U14TAjGNs/Gm3SQmQP5xuj/8AkUeRrVithDCz43aRyPMyjogRfIAoXXvJA4W0Fr61VstXQQYNyP8Ap23MAiSF4pWZ0LABhkRswa1geRuAOPDSssHu5BjNtbUOIUtFCsjWDMvX6oBupHABtOFPm8OAMm1dnScolnYn+pLe8UJ2bs8xttqe4zS51Fu4Sgeeq01IaWcwx+68UWxsPj7v0807JYkZRGOmHo24/wAoG/8Aq9R/CfA5O2GEjYhExJjMgw5XXL2F81w2oBOWwJt304Nu+Hw2yMMR1Q4mYdyrnYeYcjzq3vNvDBHJO8ETNiyhg6U8FVSeF24BiTYAXPGo1JcWNLfI43szdfGywHER4aVogC2ewFwOJVSczgdqg1Ww8vP1V3zbW3BgooZEUvhjDkjWMLYSWBjvfgpUEacLHSvn54yp1q2pDS6sJIwYFW1BFiKWtpYMxuV4jiD2g8KNQSVblwyyAZhe17a241JUrytVVzrYVtnatEDdaoZKXE69uphfjuyFgYXkwzjJ/Rrl+wzL9UUa3T2WMPKCPlAo3Yb8PaBQz4K8UqCxP+IQnna4/DzpmkQAkaXBI4W1F/wrBu2mbpVcTY2Gw8MawyWZVkaREClrdYlQR9bnWON23IyMEQKTcBr6geFuPnVWSxsfL1flateequb5Issa6m3amPlmgMZUKWFmIvqOYseF6uR7UAyMYesAEzAjRedtLjhwqnFL21kJB20U3zslwjyotymOVkBXLGjGUggDO97jQcesc3eQKqY7NCs2MIvM4yRDjlXl+J7bd9ePilXUmsN68WBHGp16ubj87h7qsp9SjhVI5DtWAqS7HrE314m+pN+N7++sdnYuxqzvIbsTQTDSWNaL9SKP9MhzOMIRXBsVPEd/52pgxGPLmKe+kkeZ/wD3I+o/tCt9akvCTZkYX0sfXbSj+54kxOGlijAaRGR49QNH6sgudOCqfq1hOJun1CEO0job2IqxLiyNRwOo8Dy8uHlWcG5kwHXeJP6n/AUU/wCgKqqplhXKCCxIYm+p00sNT66pokW+pEDNjD214uKLdUHW4HrIH30VxGycIBdsSi/0i+tr6WN+BFV4MDhLkri14FdY3FswIGpPG+vlTQ/6yVOP9TBuK2lqSDpy8BoPZWW0trtHhQoNmnuzdvRp1R62zeS1nJsGB+rHjYix4ZlK3J4C96B/CaOheNRbKECIQQbrGAvLgc17jtqVFkOSfACfGwzOfmjj3tw9gNUJX1rVs6fNG5/129Sj8a9jQsbDU10440jlyStm+OJjaw43t5cfCmLdrZ+aTLe/718KXzNlAUce29/HwN+zx40x7oYjK16mb4CC4nVt29mGCNkJ0LFgOy/GtOKw+dMSgGrHkNf3pQ/D7bzQxSg6i6NzseXrWvIdrnOWDakG/qvw8qz1xqi6hK2w7Lg7zRvyRWHrFvvqqux7RzKLXlctbuLc/K9Cpdrs3+YfXb3V5BjDctnY2Fzqde69Rri+hP05LqMC7OAkjblHGUHnYe5aD4TddSzNMoI6xtfUkniSOVvbWf8A1HlmPVueemUa2PMivF3gyM2Y5uRB04dnZUuUHzIUZrke4vYRkwJgFrnrKG5ANmt++2uI7w4DIxrtW0d4B8WklJALXRBfwzH2+wVyXePFBr1VtWqLRi6dirFpV+GS47KGu/Wq3EdK6Ec75lfEVTWSxq7OKoTaac+3sqQh23T290YtqRcHQ2II4EHtp9x2288aTLoJLq3c6Cx8LqVI/qNcV2XjCpsa6tufhUnwUgeVY1D9IGOpBjHXOQakZGPsrlnFp0dUGmrL0WOLKRfUEEeZCke0HyqfHj21swkWCjOb40zaHhEwGoI5+PnWSfEAcrSTGxtfKtvvrPS9zTWtjUcab1hicaRYX4C58Tr7rDyq80ez3Ok8i+KG2mvIVjisFgnYn44AT9G1vfTS/wCsjWtuxTwT9K0asdC4v3L6TE9wUN+7UN2ntkz5pe0tp2C+g9VqI7QwSYfDzzR4lJQUMa5TqrPx0ubdTOPOkLA47Uxn5VyPEflf1CrRjxorJ2rMNry3oXENb8qvYka3rR0f77K6oqkc0nbLuAnINZbl7xGCeNixCMckljbqOMpN+RF83lVMvlVm7FJ9lAoH76pONl8ch0xm0JI5ZI5GLMjMrEk6lSRfXkbX86fN0NnLioemeU3JKlI+NhoC1/Rb1cta5ltbEiVYsRfrSIqsOZkitG57hkER8WNe7q4gjFQEGxDcefA1iom0jtGK3Ow7jWSUEG+hTnbkV7AB5Uq777CXCRCRJMwaQDK9gx6pIsRxA1voOPdWvBbblGNSESv0YijBXMbX6JSx48Sedc93qxxbESgsxIdhqSdL8Bfh4UVSdURTj1GHdnbI6cMwBSFXna/LolzD7WQedKW19rvJcsSxNzqb6sST7STWzBYro8LiH5ylIF8L9LL7Fj9dAJXJNaQhxInOkMm6654ZBzDE/ZT1aX9VEGsgKrx5kj3HsI5f8UK3Qk1kS+tgwPgbH/cKKmKtzlK1EYMWYona+pGUeLae658qqdFc0P3mxwVkhHyOs3cxGnmB/uqJK0Wi6Y+7m44uXg5yIbd0idZPWQV+tW3CbQOja6EUqbi7aSCUSS5iFBICEAlgQV1toCRT7tPb0MErIuFw9rgqWGYsrgMp46XBFckonWpbGmaSxyi9uPkdR9m1bIcUy6204G/A3rNd682UrhoNSRbo8x6oFufZb1Vb/iFit2wKFbcQjKD52qulbk6nsVJtoWQEA9YldTcWFrjlx017jQ4Y0l7E8bg+f50Tm3nweqthb2J4SNxHHl41MHi9mzv/AIckZQNIetdcsYztcknSw9oqdN9RqroAN6cZ0fRQE26OMFx9JL129QKr9WkbauO140S3j2n0s0st7h2ZtePWJI0pUxM1zWmOFspOVI2Rtc0Vw+HYrcW7OIHZ2+NC8IvOisDkDRivcCRXSchqmFDMSlHMdDYmhuIioAYkljTXuft3ocREz+gWyMOWSQZH0/pa/lSxNFbXnWMUvI/v8qpONmkJ0xxxW0nSWSN26yM6HxRiPLhXVdhYPZkqgpIJiAhYtIVbReLJdbHQ3uO2uJbexRd0m5yxozf1oOjf2oG+tTJ8HWKPR4rvjQD/AMn4Vg40rN/8nVnUNrJsyOMvII1S2pR34FgoP8oknrWGmtcr21tOPpZBAW6LMcmbjl5fs61bx2JvszwzD/8AYg+9jSthGzSKuhzELryB0J8hr5UqyUqC+3dpFMPh4AfSDYhx3y9WP1RqD9c0rz4g3DAkWNwe8airW29oCWaST5JNlHYqgKgH1QKGNJc93ZWsImeSQ2YaYTIsg58R2HmKzENCt25sj5T6L6eDcvw9VMyYe5rU5xe3hbLFYcXNvIan7h50vCT1Ub3im6SQ29FeqPvPmfZagUgtUMsnQX2bIzRSIPkWlHdbqv5ZWv8AVFX91mvjIB2uf9rUI2BNaZOwkKezK/VN/I38qZ9jbNKYmMqkp6NweqoIIBtxJGlZS4M3i9S4DEsJ+PBhwOHhe453ES+8mudbzyH4zP8A+43vruY3ffKjKFDZQp/pW7Af3EG3cK5DvLsLNjZ40z36RrZha9+w86zx8HxLz4qkCsc2WGKNs2Yr0osRa8jcW5+goFDEHL21Z2rLmle3I5fJeqAO7SscLHXQlwOabthLYD9HKjHhex8G0P4+VNeJgsbUqwR03bLk6WIX9NNG8BwPjb76sUK0pESNI3IaDv5ed6Rca5ZmdtSxJPnTTvDic7ZB6K+/8B+NLuJhoDXgsSRpTPtTHl4cLNz6Iwt/VA3VJ8Y3T1UoEZdfZRXDyMcK6nk4lQ3Gtv5cmnEaMh8qzlFczfHLhR0r4M9+Fiy4Yw3Z3Y9IpFz1SbMDxtlsDf8AN6/jOJneNQ5ZCgbQAdd1QEG+urDSuDbkT/8ArIPF/wD+b09bKZji8SdbfyftTQkVjJuLpGijGSsG73b6/HWjfoREFBF7hmYEg2LADQW4W0uddaFDGmPDTP8AKmZYF7kW0s3kf5Q8zQCOfqi/C33Vv2/jSTHGTfokyk9rk5pPaQv1RVtPEm0kUcTOdarRLc35VC1/Ct0CXraKo55yss4ZKJQxXFaMLFWG1tqtEwRLXAu1xfjwHq99WMzbsjG9NFlb00FvEcvw/wCa9eL10AwOJMThxx7O7nemRpA6h11De+gBWKhodKtjR2dbitLIqoGYKdcwFhc/JHHiL38LXPYQNcl3guwsyMrLYADI4C8F/wBSrcd9+dMfwX+lPm4WizHuBkv7L0v7vXmxAR9QyyaXsBlUyC1+9B4+NdN3K2XBhpZopMRHK7pm6GNSxUJnHyTd26x0GulY5OTR04+NSA+3cC0GzWjcdYBr+JxUAHsQnzpQwkeVJJGBsqED+p+qPYWNdo27gsPiIRGJjAxjz5T1HMYAIumpHBdCLm1c1+EXY3xSKNDIX6Rg97a2yPYeHWFUhsWk0uIjyvrWcCVNn4VpXCC2upJ4ADUk0wYbYseW4aQCws7KuXXgct8wXvNdFHK3ZTwcdM2Ix/8AIBB67dXwI9I+NvfQRMOVYqRYqbHxqphdoZ5XX5Nur9U6+u5NSQe4hKGYiOjMq0MxfYKApZiOB8fu8v32V2599IYZIIolDuc2fq5lQyM2TMVB4HLw5EmuIIl2ABtcgXPfp6q7dsLZGHxMRymFHDElkFizAg3YixuCNOR0OtZZHVG+JKnZnid8gjIs0x6cLmCwMSkoddAVddCDf0bXsDwNqHDbjrFL8axGHdkfpEjCkuUv0g1tZeqpAUk6XudKPYTdfI+ZTE1zcnQ20Gqg6jgNPysG30fCmLEKoHTdG6g5oyWNuai7LbXiBy1vWKZtw6HG49Tc8TRHCpVHDCiuFrrOItRrbx/ftrcNsfF7a6voe5e3yrVH2ngNfVQ2PCdMelcsFYlUVRdmt2X0AHMnvoAviYxxHA1TmjFtfL86u4SABCl2uouFe18t7XBUkMAdNOF6ryLQAXFx1lseQCTKeEitGfriw872qzio6Hg5GDdhBHeQb1DVotF0xh3G2e/xyG4t6Z1PZE5NdNj2Z0bPPYrnaEG+lugfXUmwByofXVBI4sO8GJXBSSZ2Y/GMwKRx9a5yjRRlPE2v1rX0uzvt9HUo6CZXPW6HM2SJiAHd2Ns2vogaWPIE1zTds6YqkcU2XgCCrPbKgztYhuqgzHhfsoViHZizsNGY3I+cddPXXTt5ocF8QmxGFEYzsYzYjQNIgt2KchY/jXL8VjC506qclGnDhcVtBXxMskq4HiLc93KiGGiqthI6J4eOtDE2tMIoy55cPHlS1LKSSSSSeJ5k871d2/i8zCMeinHvY8fVw9dC6AhNFNh43K3Rt6LHTub86F1uhNiG0uCCB22oBtWEL128h38dQR+/VcXj2LkknWrUeJMqLIeJFj4g2/fjVbE0BR2fKY50YaWZb+BNiD3EEg+NdexGwsS4eWR4o5uoEligVWsnzujU9W40B1sttLXrkuAQGaO5tZ1N+2xvb2caedhb7TpN/lvc5SrAKbAm2umbzJ8OdY5LOjDyLowWJmjMLkuzkkzKqo5uVLdbKSq2AFr691jS78I2Eljjhjln6YxnKpsQQrAkK1+LKV9tOUvwjSKpyxLGQDqWHIH5KgE1z3evbcmJBLsSMym5FgLZgNPrN671THdl5/4uwTsOdUk698rKyNbiAw40yRSRqc5dGYi11LEt1MgupHUX5RFzqKU4eNFcIa6TkLO2cZ1ZHGl9B2/NHnbWgOxj/OXz/wBpq/ts9RR2t7gfxodhWyyJbhmGvbr+9KAOzNpahmKNWsRLxodNJrQGGHjLOoHzhryGvM8qbMBtB4GCLfNc3INiLA8Dbh3H2HQLGEnKnKtiGK68xY/h7zTJsjBs8i2NgC17+BNZZGdGFBA7fkcMGnnIym6k35eP3UAwe0buLA214m5Oh5/gKYX2UyZ7rfqNbv0NLsEWRyctjYm3zdDWcKdmsrQKhABt+/8AmieHNBoHolhpK6TiLeObLDIe0Bf7jr7L1V2bi0MYQsFZQ69YlQySel1gDlYHurbtlx0AHMuNPANS/QBzEbRRFKxkFutbL6K5slwCbXFkudNS1XI5Q6K45j28/bSvR7d43jdT8lgR35gQf9o9dAbJ10uaE4ui+INCsTxoDrW5uwcM0ULkZpmhVSpByglAGDHVQSAvZpYHSrGF3DZGbokESNoQSDfsvmHAHUKBz4dvOm2rklLAslrWZTYjqj98qZZt78RnydMxGgsF11t8on3VyNM7U9jf8IewY4MO6oLMVUtldcmVXU6Riwuo0J4dnE1zCJdaObX2hJMHLX9E8TcnhxNBMKeR4e6t8d1xOfLzQUwaVdd8is3zQT6qp4c8uVZbUf8AlN32HtFaGQBdiSSeJ1NY1ko14Vk6dmo7e2gPALanyH75Via91J7SaP7J3Jxc+ojCDtkOX2cfZUN0Sk2Y7Ce8LDmHv6wPwrzENTfsz4OuiQiSfVrHqroLeJ141Yf4PYT6WIfyCj33qryRRdY5M51DJ/NS/wA4e+iGGgHTqL/LFjbv0FOY+DzCg36aUkajrLxHgtG93dxoWOb+Ydc17XFwTaspZE+RvjxuK/UJS7MPXspIAa/qNA9rKRGQRb0dPP313Jt0Iytrst+wDncUsbU3Gw4lKsGdbAnM4XNx4lfR5c+VUjOuLLyipKkcggfkf3+VEcK3KuhDdLAC4EA8ekka32tKyh3dwKCwhv4s7e8nStVmizDw8hSh3akxKoQwSMFrsRcnhwUctDTLsjcDCJlZneQghtSAtx/ptqO40ah2THlUxO0IAPVWxBvzIYH2W41Sx2LniDFUimtx4xt94J8xVJZJN8DSOKKXEsT4bD5irYePT/QtvaKwh2fhlN0ghBI1/lpw49lLr/CFh20eB/FT+Yr1d7NnsLFZlv3k+3WquMy8ZY90MUeAwj3XosLc6aIma/cRzo1u/u7hCpJSPMC1rMAdSR2cbd9I2F21ssG6vKD2m9HNn75bPiBHSsSe0cLm/I61SpbF7jXMdjsSCwAC24emOzw0pZ23sbDq+kcXHkyseBvfhWiT4QcBb/Ff+39VCdob1bPkNzK5+qF7fGjjLogmurLhwezr6w4fyWM+6s02Xs48IY/IW91Lku2dmXuTIT5/cKwXePZy8FlbzarxUluUloewzybv4KUZDCoHG4JU35dYG9AtsfBzh7EwyOh7D1x+PtrQ3whYdRZIGPifxNVxv7NKwSONEzHKCx/elaLWZNY9xX23sGTDMBJYg+iV5+XKvd35tZAeae4j8a6DHuuk5D4p3lPYOonkBr7aKxbJwcA/lwR9huoJI7yausiriZvG74HMMVPQyVweeldffFYNP8mIeCL9wrFdtYQmwRP7L+5aq8tdC0cDfU51LCZHuFBsAba66DspqTY5L39EAjU04bvx4dmNxHx5ox5D5tqYvimHtqEP1WrBzcjpSUTg+0sMVVwTc2bhaw/dqXw/qrvG3MPhRIMqxgKCT/LtYgg31vfwoWu14C1lZPNAv3VeOWuhSeLXxujlGFxA4XFbNpy3jA7W9gB/KuqJiYhoqJ5BR7q2YnZ+HxEYWeNSt7gC68rXutjzNaLMtjJ4GupxI9g/5/KoGI510LbO4UJuYGeP+o5l9fH2muf4iMqxU8QSD5G1aRmpcjKUHHmWdlY3oZVkAByngae9nfCDAB143U9osb0Cw25DSMFjkZmPBVjJJ8g1bsfuDLEQJWdCeAaMi4HYc1jxreXwk5OmuP8AKOeHx+OKtPh/D9hmbfLBycZXHiOHsqtPtHCvwxpHiv50sfwh9N9j9VT+D/pvsfqqvgMm34LL5nh37P2GeCbCXv8AHST5+4HjRrZe8mEi1OLU8fnX18K59/B/032P1VDuh9N9j9VV+3ZH0/Bb7rh3/PsdRbffA2/+5B8j94oLtHeHZ7lv/UGzDUBeV78b0kfwf9N9j9VendHS3TfY/VT7dPbuh91xb9n7B8bd2bGSVknPaO32VrffjBqbpDM39TfnQQ7o6f4v2P1V6u6C/wDdJ8Et/wDI1b7fPbuiH80x79mFJ/hKvomHUd7G/soJtXfDEyjIXCqeOQWuPHsq4d2BkyCS17Ekpc3HMdYW5+R8zo/hD6b7H6quvgZry90UfzHG/N2fsLJNSmb+D/pvsfqr0bo2/wA7X+j9VX8Ll2/Bl4zD6uz9hb4ePu/OtdM/8H/TfY/VU/g/6b7H6qeFy7fgeNw+rs/YWQazK219nZ40x/wf9N9j9VT+EPpvsfqp4XLt+B43D6uz9hZqUzfwf9N9j9VQbnj/AL32P1U8Ll2/A8Zh9XZ+wuKulzw/fsqCQ3vTJ/CWt+m/8f6q8O6A/wC99j9VPC5dvwPG4fV2fsUcFvPiYvQma3YdffRfD/CHibdYRt23HGtSbpILXkJ436tr9nPSssTuxnbN0tuA0Ts4fK42twtwqj+Dm/KXXzHGvN2Zub4Qc3p4WE+Q/Ctib9xf/iJ5UPO6H032P1VP4P8ApvsfqqvgJ+nuXXzLGvN2fsHsF8JESajC2tzDkff7KuD4XI7W+LH+6lZt0eXTaf0fqrz+Dx/3vsfqqPt8vT3RP3PH6uzD+L+EyFzc4XX+r7r2qn/H0N+rgogeRPLztQz+D/pvsfqqfwf9N9j9VT9vn6e5H3PH6uz9i9L8Irg9TDwqe21/uqrP8IeLbgUXwX8a1ndD6b7H6qn8H/TfY/VUr4Ga8vch/Msb83Z+wMx28OJl0eVyDyBsPUKHm3Z+/vpkG6Nv877H6q9G6P032B97VZfC5FyiZv47E+cuzOkbkFSJUAuxZCVF8zxrnzAAEFgHKsyjVlBGvCt+8TouGMbZFkupCKnR2a62fov8u69MDoCQEJAJFKVSvTeC56rPIWesemg9E2GEaqShDdG7LeXMXjgmzdJyUGVlUBCLr66kMeEMcJOQHN/NJeQNqp6pQf5ee3WXUKBxJNgNSp+mt2ZrN/qg8ThFzNlRyVvlzS5FZYHaykMGKtKEXrE6G2nGsQMLG4YZXU4iMgHO2SBGzPpwa+i9bMSoPPWgdSn01uy31f2X/A6zYdQwJjYA5sqGYRllglsAGcsw6TIua4OptYGt6rgDKOqgSzjKXlCmzRlSzXLKSpksb2uq6dq3Up9JbsLL+yDeBgwuS8hjuXu3XlzKhEZUIFGV2F3DZhyGo41fWDZ4azZDdkByyS5QrPLdgxa5YIIyb3AJ4cRSrUqXhb8zJjlryoubW6LMhiAAaKNmVSxCyFeuBnJPHkSap1KlXSpUYt27JUqVKsQSpUqUBKlSpQEqVKlASpUqUBKlSpQEqVKlASraSwdCQUYzcm+T6X9XzdOHq41UqVDVkp0Fo58Hzim9O+h+R0lwPT+Zp26cededPg8v+FKGsBfNcXysCR1vnZTrfhw5EVUqmlbs01PZBKabC5hljkC9e4Jvxy5Pl8rNz5jjwGUMuDyqHjmByrcoV1b5VszWsfDyoXUqdH7sjU75IJ5sH83EeuP9+XdxoXXtSrJUVbs//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Content Placeholder 2"/>
          <p:cNvSpPr>
            <a:spLocks noGrp="1"/>
          </p:cNvSpPr>
          <p:nvPr>
            <p:ph idx="1"/>
          </p:nvPr>
        </p:nvSpPr>
        <p:spPr>
          <a:xfrm>
            <a:off x="460375" y="4497935"/>
            <a:ext cx="4870090" cy="5039265"/>
          </a:xfrm>
        </p:spPr>
        <p:txBody>
          <a:bodyPr/>
          <a:lstStyle/>
          <a:p>
            <a:r>
              <a:rPr lang="en-US" dirty="0" smtClean="0"/>
              <a:t>Make Effective Presentations</a:t>
            </a:r>
          </a:p>
          <a:p>
            <a:r>
              <a:rPr lang="en-US" dirty="0" smtClean="0"/>
              <a:t>Using Awesome Backgrounds</a:t>
            </a:r>
          </a:p>
          <a:p>
            <a:r>
              <a:rPr lang="en-US" dirty="0" smtClean="0"/>
              <a:t>Engage your Audience</a:t>
            </a:r>
          </a:p>
          <a:p>
            <a:r>
              <a:rPr lang="en-US" dirty="0" smtClean="0"/>
              <a:t>Capture Audience Attention</a:t>
            </a:r>
          </a:p>
          <a:p>
            <a:endParaRPr lang="en-US" dirty="0" smtClean="0"/>
          </a:p>
          <a:p>
            <a:endParaRPr lang="en-US" dirty="0"/>
          </a:p>
        </p:txBody>
      </p:sp>
      <p:sp>
        <p:nvSpPr>
          <p:cNvPr id="6" name="Title 5"/>
          <p:cNvSpPr>
            <a:spLocks noGrp="1"/>
          </p:cNvSpPr>
          <p:nvPr>
            <p:ph type="title"/>
          </p:nvPr>
        </p:nvSpPr>
        <p:spPr/>
        <p:txBody>
          <a:bodyPr>
            <a:normAutofit fontScale="90000"/>
          </a:bodyPr>
          <a:lstStyle/>
          <a:p>
            <a:endParaRPr lang="en-IN" dirty="0"/>
          </a:p>
        </p:txBody>
      </p:sp>
      <p:pic>
        <p:nvPicPr>
          <p:cNvPr id="9" name="Picture 2" descr="C:\Users\Hp\Desktop\logo_ST.png"/>
          <p:cNvPicPr>
            <a:picLocks noChangeAspect="1" noChangeArrowheads="1"/>
          </p:cNvPicPr>
          <p:nvPr/>
        </p:nvPicPr>
        <p:blipFill rotWithShape="1">
          <a:blip r:embed="rId2">
            <a:extLst>
              <a:ext uri="{28A0092B-C50C-407E-A947-70E740481C1C}">
                <a14:useLocalDpi xmlns:a14="http://schemas.microsoft.com/office/drawing/2010/main" val="0"/>
              </a:ext>
            </a:extLst>
          </a:blip>
          <a:srcRect l="27184" t="39041" r="15777" b="40827"/>
          <a:stretch/>
        </p:blipFill>
        <p:spPr bwMode="auto">
          <a:xfrm>
            <a:off x="2815893" y="5593600"/>
            <a:ext cx="3512215" cy="120976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C:\Users\Hp\Desktop\logo_ST.png"/>
          <p:cNvPicPr>
            <a:picLocks noChangeAspect="1" noChangeArrowheads="1"/>
          </p:cNvPicPr>
          <p:nvPr/>
        </p:nvPicPr>
        <p:blipFill rotWithShape="1">
          <a:blip r:embed="rId2">
            <a:extLst>
              <a:ext uri="{28A0092B-C50C-407E-A947-70E740481C1C}">
                <a14:useLocalDpi xmlns:a14="http://schemas.microsoft.com/office/drawing/2010/main" val="0"/>
              </a:ext>
            </a:extLst>
          </a:blip>
          <a:srcRect l="27184" t="39041" r="15777" b="40827"/>
          <a:stretch/>
        </p:blipFill>
        <p:spPr bwMode="auto">
          <a:xfrm>
            <a:off x="2586835" y="5414165"/>
            <a:ext cx="3817625" cy="1209761"/>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50" y="1443835"/>
            <a:ext cx="9170041" cy="5359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11269" t="23979" r="38828" b="50882"/>
          <a:stretch/>
        </p:blipFill>
        <p:spPr bwMode="auto">
          <a:xfrm>
            <a:off x="308280" y="1443836"/>
            <a:ext cx="8844870" cy="916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p:cNvSpPr txBox="1"/>
          <p:nvPr/>
        </p:nvSpPr>
        <p:spPr>
          <a:xfrm>
            <a:off x="-9151" y="2410977"/>
            <a:ext cx="3054101" cy="4185761"/>
          </a:xfrm>
          <a:prstGeom prst="rect">
            <a:avLst/>
          </a:prstGeom>
          <a:noFill/>
        </p:spPr>
        <p:txBody>
          <a:bodyPr wrap="square" rtlCol="0">
            <a:spAutoFit/>
          </a:bodyPr>
          <a:lstStyle/>
          <a:p>
            <a:pPr marL="342900" indent="-342900">
              <a:buFont typeface="Wingdings" pitchFamily="2" charset="2"/>
              <a:buChar char="Ø"/>
            </a:pPr>
            <a:r>
              <a:rPr lang="en-US" sz="1900" dirty="0" smtClean="0">
                <a:solidFill>
                  <a:schemeClr val="bg1">
                    <a:lumMod val="95000"/>
                  </a:schemeClr>
                </a:solidFill>
                <a:latin typeface="Calibri" panose="020F0502020204030204" pitchFamily="34" charset="0"/>
                <a:ea typeface="Calibri" panose="020F0502020204030204" pitchFamily="34" charset="0"/>
                <a:cs typeface="Times New Roman" panose="02020603050405020304" pitchFamily="18" charset="0"/>
              </a:rPr>
              <a:t>To </a:t>
            </a:r>
            <a:r>
              <a:rPr lang="en-US" sz="1900" dirty="0">
                <a:solidFill>
                  <a:schemeClr val="bg1">
                    <a:lumMod val="95000"/>
                  </a:schemeClr>
                </a:solidFill>
                <a:latin typeface="Calibri" panose="020F0502020204030204" pitchFamily="34" charset="0"/>
                <a:ea typeface="Calibri" panose="020F0502020204030204" pitchFamily="34" charset="0"/>
                <a:cs typeface="Times New Roman" panose="02020603050405020304" pitchFamily="18" charset="0"/>
              </a:rPr>
              <a:t>become one stop </a:t>
            </a:r>
            <a:r>
              <a:rPr lang="en-US" sz="1900" dirty="0" smtClean="0">
                <a:solidFill>
                  <a:schemeClr val="bg1">
                    <a:lumMod val="95000"/>
                  </a:schemeClr>
                </a:solidFill>
                <a:latin typeface="Calibri" panose="020F0502020204030204" pitchFamily="34" charset="0"/>
                <a:ea typeface="Calibri" panose="020F0502020204030204" pitchFamily="34" charset="0"/>
                <a:cs typeface="Times New Roman" panose="02020603050405020304" pitchFamily="18" charset="0"/>
              </a:rPr>
              <a:t>solution.</a:t>
            </a:r>
          </a:p>
          <a:p>
            <a:pPr marL="342900" indent="-342900">
              <a:buFont typeface="Wingdings" pitchFamily="2" charset="2"/>
              <a:buChar char="Ø"/>
            </a:pPr>
            <a:endParaRPr lang="en-US" sz="1900" dirty="0">
              <a:solidFill>
                <a:schemeClr val="bg1">
                  <a:lumMod val="95000"/>
                </a:schemeClr>
              </a:solidFill>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Wingdings" pitchFamily="2" charset="2"/>
              <a:buChar char="Ø"/>
            </a:pPr>
            <a:r>
              <a:rPr lang="en-US" sz="1900" dirty="0" smtClean="0">
                <a:solidFill>
                  <a:schemeClr val="bg1">
                    <a:lumMod val="95000"/>
                  </a:schemeClr>
                </a:solidFill>
                <a:latin typeface="Calibri" panose="020F0502020204030204" pitchFamily="34" charset="0"/>
                <a:ea typeface="Calibri" panose="020F0502020204030204" pitchFamily="34" charset="0"/>
                <a:cs typeface="Times New Roman" panose="02020603050405020304" pitchFamily="18" charset="0"/>
              </a:rPr>
              <a:t>Provide world </a:t>
            </a:r>
            <a:r>
              <a:rPr lang="en-US" sz="1900" dirty="0">
                <a:solidFill>
                  <a:schemeClr val="bg1">
                    <a:lumMod val="95000"/>
                  </a:schemeClr>
                </a:solidFill>
                <a:latin typeface="Calibri" panose="020F0502020204030204" pitchFamily="34" charset="0"/>
                <a:ea typeface="Calibri" panose="020F0502020204030204" pitchFamily="34" charset="0"/>
                <a:cs typeface="Times New Roman" panose="02020603050405020304" pitchFamily="18" charset="0"/>
              </a:rPr>
              <a:t>class transport and logistics </a:t>
            </a:r>
            <a:r>
              <a:rPr lang="en-US" sz="1900" dirty="0" smtClean="0">
                <a:solidFill>
                  <a:schemeClr val="bg1">
                    <a:lumMod val="95000"/>
                  </a:schemeClr>
                </a:solidFill>
                <a:latin typeface="Calibri" panose="020F0502020204030204" pitchFamily="34" charset="0"/>
                <a:ea typeface="Calibri" panose="020F0502020204030204" pitchFamily="34" charset="0"/>
                <a:cs typeface="Times New Roman" panose="02020603050405020304" pitchFamily="18" charset="0"/>
              </a:rPr>
              <a:t>services. </a:t>
            </a:r>
            <a:endParaRPr lang="en-US" sz="1900" dirty="0" smtClean="0">
              <a:solidFill>
                <a:schemeClr val="bg1">
                  <a:lumMod val="95000"/>
                </a:schemeClr>
              </a:solidFill>
            </a:endParaRPr>
          </a:p>
          <a:p>
            <a:pPr marL="342900" indent="-342900">
              <a:buFont typeface="Wingdings" pitchFamily="2" charset="2"/>
              <a:buChar char="Ø"/>
            </a:pPr>
            <a:endParaRPr lang="en-US" sz="1900" dirty="0" smtClean="0">
              <a:solidFill>
                <a:schemeClr val="bg1">
                  <a:lumMod val="95000"/>
                </a:schemeClr>
              </a:solidFill>
            </a:endParaRPr>
          </a:p>
          <a:p>
            <a:pPr marL="342900" indent="-342900">
              <a:buFont typeface="Wingdings" pitchFamily="2" charset="2"/>
              <a:buChar char="Ø"/>
            </a:pPr>
            <a:r>
              <a:rPr lang="en-US" sz="1900" dirty="0">
                <a:solidFill>
                  <a:schemeClr val="bg1">
                    <a:lumMod val="95000"/>
                  </a:schemeClr>
                </a:solidFill>
              </a:rPr>
              <a:t>We will always sustain the absolute best quality service standard to our customers every load as if it’s the first . </a:t>
            </a:r>
            <a:endParaRPr lang="en-US" sz="1900" dirty="0" smtClean="0">
              <a:solidFill>
                <a:schemeClr val="bg1">
                  <a:lumMod val="95000"/>
                </a:schemeClr>
              </a:solidFill>
            </a:endParaRPr>
          </a:p>
          <a:p>
            <a:pPr marL="342900" indent="-342900">
              <a:buFont typeface="Arial" pitchFamily="34" charset="0"/>
              <a:buChar char="•"/>
            </a:pPr>
            <a:endParaRPr lang="en-US" sz="1900" dirty="0">
              <a:solidFill>
                <a:schemeClr val="bg1">
                  <a:lumMod val="95000"/>
                </a:schemeClr>
              </a:solidFill>
            </a:endParaRPr>
          </a:p>
          <a:p>
            <a:pPr marL="342900" indent="-342900">
              <a:buFont typeface="Arial" pitchFamily="34" charset="0"/>
              <a:buChar char="•"/>
            </a:pPr>
            <a:endParaRPr lang="en-US" sz="1900" dirty="0">
              <a:solidFill>
                <a:schemeClr val="bg1">
                  <a:lumMod val="95000"/>
                </a:schemeClr>
              </a:solidFill>
            </a:endParaRPr>
          </a:p>
        </p:txBody>
      </p:sp>
      <p:cxnSp>
        <p:nvCxnSpPr>
          <p:cNvPr id="5" name="Straight Connector 4"/>
          <p:cNvCxnSpPr/>
          <p:nvPr/>
        </p:nvCxnSpPr>
        <p:spPr>
          <a:xfrm>
            <a:off x="3044950" y="2410977"/>
            <a:ext cx="0" cy="4392384"/>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3286869" y="2437021"/>
            <a:ext cx="2812181" cy="3893374"/>
          </a:xfrm>
          <a:prstGeom prst="rect">
            <a:avLst/>
          </a:prstGeom>
          <a:noFill/>
        </p:spPr>
        <p:txBody>
          <a:bodyPr wrap="square" rtlCol="0">
            <a:spAutoFit/>
          </a:bodyPr>
          <a:lstStyle/>
          <a:p>
            <a:pPr marL="342900" indent="-342900">
              <a:buFont typeface="Wingdings" pitchFamily="2" charset="2"/>
              <a:buChar char="Ø"/>
            </a:pPr>
            <a:r>
              <a:rPr lang="en-US" sz="1900" dirty="0">
                <a:solidFill>
                  <a:schemeClr val="bg1"/>
                </a:solidFill>
              </a:rPr>
              <a:t>O</a:t>
            </a:r>
            <a:r>
              <a:rPr lang="en-US" sz="1900" dirty="0" smtClean="0">
                <a:solidFill>
                  <a:schemeClr val="bg1"/>
                </a:solidFill>
              </a:rPr>
              <a:t>ur </a:t>
            </a:r>
            <a:r>
              <a:rPr lang="en-US" sz="1900" dirty="0">
                <a:solidFill>
                  <a:schemeClr val="bg1"/>
                </a:solidFill>
              </a:rPr>
              <a:t>purpose as freight transportation is to provide superior customer service </a:t>
            </a:r>
            <a:r>
              <a:rPr lang="en-US" sz="1900" dirty="0" smtClean="0">
                <a:solidFill>
                  <a:schemeClr val="bg1"/>
                </a:solidFill>
              </a:rPr>
              <a:t>.</a:t>
            </a:r>
          </a:p>
          <a:p>
            <a:pPr marL="342900" indent="-342900">
              <a:buFont typeface="Wingdings" pitchFamily="2" charset="2"/>
              <a:buChar char="Ø"/>
            </a:pPr>
            <a:endParaRPr lang="en-US" sz="1900" dirty="0" smtClean="0">
              <a:solidFill>
                <a:schemeClr val="bg1"/>
              </a:solidFill>
            </a:endParaRPr>
          </a:p>
          <a:p>
            <a:pPr marL="342900" indent="-342900">
              <a:buFont typeface="Wingdings" pitchFamily="2" charset="2"/>
              <a:buChar char="Ø"/>
            </a:pPr>
            <a:r>
              <a:rPr lang="en-US" sz="1900" dirty="0">
                <a:solidFill>
                  <a:schemeClr val="bg1"/>
                </a:solidFill>
              </a:rPr>
              <a:t>O</a:t>
            </a:r>
            <a:r>
              <a:rPr lang="en-US" sz="1900" dirty="0" smtClean="0">
                <a:solidFill>
                  <a:schemeClr val="bg1"/>
                </a:solidFill>
              </a:rPr>
              <a:t>ur </a:t>
            </a:r>
            <a:r>
              <a:rPr lang="en-US" sz="1900" dirty="0">
                <a:solidFill>
                  <a:schemeClr val="bg1"/>
                </a:solidFill>
              </a:rPr>
              <a:t>mission is to make out integrated services of oversized transport </a:t>
            </a:r>
            <a:r>
              <a:rPr lang="en-US" sz="1900" dirty="0" smtClean="0">
                <a:solidFill>
                  <a:schemeClr val="bg1"/>
                </a:solidFill>
              </a:rPr>
              <a:t>.</a:t>
            </a:r>
          </a:p>
          <a:p>
            <a:pPr marL="342900" indent="-342900">
              <a:buFont typeface="Wingdings" pitchFamily="2" charset="2"/>
              <a:buChar char="Ø"/>
            </a:pPr>
            <a:endParaRPr lang="en-US" sz="1900" dirty="0">
              <a:solidFill>
                <a:schemeClr val="bg1"/>
              </a:solidFill>
            </a:endParaRPr>
          </a:p>
          <a:p>
            <a:pPr marL="342900" indent="-342900">
              <a:buFont typeface="Wingdings" pitchFamily="2" charset="2"/>
              <a:buChar char="Ø"/>
            </a:pPr>
            <a:r>
              <a:rPr lang="en-US" sz="1900" dirty="0" smtClean="0">
                <a:solidFill>
                  <a:schemeClr val="bg1"/>
                </a:solidFill>
              </a:rPr>
              <a:t>We do projected </a:t>
            </a:r>
            <a:r>
              <a:rPr lang="en-US" sz="1900" dirty="0">
                <a:solidFill>
                  <a:schemeClr val="bg1"/>
                </a:solidFill>
              </a:rPr>
              <a:t>work on time , and at a high level of </a:t>
            </a:r>
            <a:r>
              <a:rPr lang="en-US" sz="1900" dirty="0" smtClean="0">
                <a:solidFill>
                  <a:schemeClr val="bg1"/>
                </a:solidFill>
              </a:rPr>
              <a:t>professionalism.</a:t>
            </a:r>
            <a:endParaRPr lang="en-US" sz="1900" dirty="0">
              <a:solidFill>
                <a:schemeClr val="bg1"/>
              </a:solidFill>
            </a:endParaRPr>
          </a:p>
        </p:txBody>
      </p:sp>
      <p:cxnSp>
        <p:nvCxnSpPr>
          <p:cNvPr id="19" name="Straight Connector 18"/>
          <p:cNvCxnSpPr/>
          <p:nvPr/>
        </p:nvCxnSpPr>
        <p:spPr>
          <a:xfrm>
            <a:off x="6251755" y="2360066"/>
            <a:ext cx="0" cy="4443295"/>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6622643" y="2499077"/>
            <a:ext cx="2595985" cy="3308598"/>
          </a:xfrm>
          <a:prstGeom prst="rect">
            <a:avLst/>
          </a:prstGeom>
          <a:noFill/>
        </p:spPr>
        <p:txBody>
          <a:bodyPr wrap="square" rtlCol="0">
            <a:spAutoFit/>
          </a:bodyPr>
          <a:lstStyle/>
          <a:p>
            <a:pPr marL="342900" indent="-342900">
              <a:buFont typeface="Wingdings" pitchFamily="2" charset="2"/>
              <a:buChar char="Ø"/>
            </a:pPr>
            <a:r>
              <a:rPr lang="en-US" sz="1900" dirty="0" smtClean="0">
                <a:solidFill>
                  <a:schemeClr val="bg1"/>
                </a:solidFill>
              </a:rPr>
              <a:t>Services</a:t>
            </a:r>
          </a:p>
          <a:p>
            <a:pPr marL="342900" indent="-342900">
              <a:buFont typeface="Wingdings" pitchFamily="2" charset="2"/>
              <a:buChar char="Ø"/>
            </a:pPr>
            <a:endParaRPr lang="en-US" sz="1900" dirty="0" smtClean="0">
              <a:solidFill>
                <a:schemeClr val="bg1"/>
              </a:solidFill>
            </a:endParaRPr>
          </a:p>
          <a:p>
            <a:pPr marL="342900" indent="-342900">
              <a:buFont typeface="Wingdings" pitchFamily="2" charset="2"/>
              <a:buChar char="Ø"/>
            </a:pPr>
            <a:r>
              <a:rPr lang="en-US" sz="1900" dirty="0" smtClean="0">
                <a:solidFill>
                  <a:schemeClr val="bg1"/>
                </a:solidFill>
              </a:rPr>
              <a:t>Reliability </a:t>
            </a:r>
          </a:p>
          <a:p>
            <a:pPr marL="342900" indent="-342900">
              <a:buFont typeface="Wingdings" pitchFamily="2" charset="2"/>
              <a:buChar char="Ø"/>
            </a:pPr>
            <a:endParaRPr lang="en-US" sz="1900" dirty="0" smtClean="0">
              <a:solidFill>
                <a:schemeClr val="bg1"/>
              </a:solidFill>
            </a:endParaRPr>
          </a:p>
          <a:p>
            <a:pPr marL="342900" indent="-342900">
              <a:buFont typeface="Wingdings" pitchFamily="2" charset="2"/>
              <a:buChar char="Ø"/>
            </a:pPr>
            <a:r>
              <a:rPr lang="en-US" sz="1900" dirty="0" smtClean="0">
                <a:solidFill>
                  <a:schemeClr val="bg1"/>
                </a:solidFill>
              </a:rPr>
              <a:t>Trust</a:t>
            </a:r>
          </a:p>
          <a:p>
            <a:pPr marL="342900" indent="-342900">
              <a:buFont typeface="Wingdings" pitchFamily="2" charset="2"/>
              <a:buChar char="Ø"/>
            </a:pPr>
            <a:endParaRPr lang="en-US" sz="1900" dirty="0" smtClean="0">
              <a:solidFill>
                <a:schemeClr val="bg1"/>
              </a:solidFill>
            </a:endParaRPr>
          </a:p>
          <a:p>
            <a:pPr marL="342900" indent="-342900">
              <a:buFont typeface="Wingdings" pitchFamily="2" charset="2"/>
              <a:buChar char="Ø"/>
            </a:pPr>
            <a:r>
              <a:rPr lang="en-US" sz="1900" dirty="0" smtClean="0">
                <a:solidFill>
                  <a:schemeClr val="bg1"/>
                </a:solidFill>
              </a:rPr>
              <a:t>Transparency</a:t>
            </a:r>
          </a:p>
          <a:p>
            <a:pPr marL="342900" indent="-342900">
              <a:buFont typeface="Wingdings" pitchFamily="2" charset="2"/>
              <a:buChar char="Ø"/>
            </a:pPr>
            <a:endParaRPr lang="en-US" sz="1900" dirty="0" smtClean="0">
              <a:solidFill>
                <a:schemeClr val="bg1"/>
              </a:solidFill>
            </a:endParaRPr>
          </a:p>
          <a:p>
            <a:pPr marL="342900" indent="-342900">
              <a:buFont typeface="Wingdings" pitchFamily="2" charset="2"/>
              <a:buChar char="Ø"/>
            </a:pPr>
            <a:r>
              <a:rPr lang="en-US" sz="1900" dirty="0" smtClean="0">
                <a:solidFill>
                  <a:schemeClr val="bg1"/>
                </a:solidFill>
              </a:rPr>
              <a:t>Flexibility </a:t>
            </a:r>
            <a:endParaRPr lang="en-US" sz="1900" dirty="0">
              <a:solidFill>
                <a:schemeClr val="bg1"/>
              </a:solidFill>
            </a:endParaRPr>
          </a:p>
          <a:p>
            <a:pPr marL="342900" indent="-342900">
              <a:buFont typeface="Wingdings" pitchFamily="2" charset="2"/>
              <a:buChar char="Ø"/>
            </a:pPr>
            <a:endParaRPr lang="en-US" sz="1900" dirty="0" smtClean="0">
              <a:solidFill>
                <a:schemeClr val="bg1"/>
              </a:solidFill>
            </a:endParaRPr>
          </a:p>
          <a:p>
            <a:pPr marL="342900" indent="-342900">
              <a:buFont typeface="Wingdings" pitchFamily="2" charset="2"/>
              <a:buChar char="Ø"/>
            </a:pPr>
            <a:r>
              <a:rPr lang="en-US" sz="1900" dirty="0" smtClean="0">
                <a:solidFill>
                  <a:schemeClr val="bg1"/>
                </a:solidFill>
              </a:rPr>
              <a:t>Safety </a:t>
            </a:r>
            <a:r>
              <a:rPr lang="en-US" sz="1900" dirty="0">
                <a:solidFill>
                  <a:schemeClr val="bg1"/>
                </a:solidFill>
              </a:rPr>
              <a:t>of the goods </a:t>
            </a:r>
          </a:p>
        </p:txBody>
      </p:sp>
      <p:pic>
        <p:nvPicPr>
          <p:cNvPr id="21" name="Picture 2" descr="C:\Users\Hp\Desktop\logo_ST.png"/>
          <p:cNvPicPr>
            <a:picLocks noChangeAspect="1" noChangeArrowheads="1"/>
          </p:cNvPicPr>
          <p:nvPr/>
        </p:nvPicPr>
        <p:blipFill rotWithShape="1">
          <a:blip r:embed="rId2">
            <a:extLst>
              <a:ext uri="{28A0092B-C50C-407E-A947-70E740481C1C}">
                <a14:useLocalDpi xmlns:a14="http://schemas.microsoft.com/office/drawing/2010/main" val="0"/>
              </a:ext>
            </a:extLst>
          </a:blip>
          <a:srcRect l="27184" t="39041" r="15777" b="40827"/>
          <a:stretch/>
        </p:blipFill>
        <p:spPr bwMode="auto">
          <a:xfrm>
            <a:off x="5648676" y="195341"/>
            <a:ext cx="3512215" cy="12484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762027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Our Major Clients</a:t>
            </a:r>
            <a:endParaRPr lang="en-US" dirty="0"/>
          </a:p>
        </p:txBody>
      </p:sp>
      <p:pic>
        <p:nvPicPr>
          <p:cNvPr id="3074" name="Picture 2" descr="C:\Users\Hp\Desktop\logo_ST.png"/>
          <p:cNvPicPr>
            <a:picLocks noChangeAspect="1" noChangeArrowheads="1"/>
          </p:cNvPicPr>
          <p:nvPr/>
        </p:nvPicPr>
        <p:blipFill rotWithShape="1">
          <a:blip r:embed="rId2">
            <a:extLst>
              <a:ext uri="{28A0092B-C50C-407E-A947-70E740481C1C}">
                <a14:useLocalDpi xmlns:a14="http://schemas.microsoft.com/office/drawing/2010/main" val="0"/>
              </a:ext>
            </a:extLst>
          </a:blip>
          <a:srcRect l="2414" b="37808"/>
          <a:stretch/>
        </p:blipFill>
        <p:spPr bwMode="auto">
          <a:xfrm>
            <a:off x="2" y="1443835"/>
            <a:ext cx="9143998" cy="541908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9150" y="1443835"/>
            <a:ext cx="9153150" cy="5463728"/>
          </a:xfrm>
          <a:prstGeom prst="rect">
            <a:avLst/>
          </a:prstGeom>
        </p:spPr>
      </p:pic>
      <p:pic>
        <p:nvPicPr>
          <p:cNvPr id="7" name="Picture 2" descr="C:\Users\Hp\Desktop\logo_ST.png"/>
          <p:cNvPicPr>
            <a:picLocks noChangeAspect="1" noChangeArrowheads="1"/>
          </p:cNvPicPr>
          <p:nvPr/>
        </p:nvPicPr>
        <p:blipFill rotWithShape="1">
          <a:blip r:embed="rId2">
            <a:extLst>
              <a:ext uri="{28A0092B-C50C-407E-A947-70E740481C1C}">
                <a14:useLocalDpi xmlns:a14="http://schemas.microsoft.com/office/drawing/2010/main" val="0"/>
              </a:ext>
            </a:extLst>
          </a:blip>
          <a:srcRect l="27184" t="39041" r="15777" b="40827"/>
          <a:stretch/>
        </p:blipFill>
        <p:spPr bwMode="auto">
          <a:xfrm>
            <a:off x="143555" y="997599"/>
            <a:ext cx="3512215" cy="12097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76202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Our Details</a:t>
            </a:r>
            <a:endParaRPr lang="en-US" b="1" dirty="0"/>
          </a:p>
        </p:txBody>
      </p:sp>
      <p:pic>
        <p:nvPicPr>
          <p:cNvPr id="3074" name="Picture 2" descr="C:\Users\Hp\Desktop\logo_ST.png"/>
          <p:cNvPicPr>
            <a:picLocks noChangeAspect="1" noChangeArrowheads="1"/>
          </p:cNvPicPr>
          <p:nvPr/>
        </p:nvPicPr>
        <p:blipFill rotWithShape="1">
          <a:blip r:embed="rId2">
            <a:extLst>
              <a:ext uri="{28A0092B-C50C-407E-A947-70E740481C1C}">
                <a14:useLocalDpi xmlns:a14="http://schemas.microsoft.com/office/drawing/2010/main" val="0"/>
              </a:ext>
            </a:extLst>
          </a:blip>
          <a:srcRect l="2414" b="37808"/>
          <a:stretch/>
        </p:blipFill>
        <p:spPr bwMode="auto">
          <a:xfrm>
            <a:off x="2" y="1443835"/>
            <a:ext cx="9143998" cy="5419083"/>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p:txBody>
          <a:bodyPr/>
          <a:lstStyle/>
          <a:p>
            <a:r>
              <a:rPr lang="en-US" dirty="0" smtClean="0">
                <a:solidFill>
                  <a:schemeClr val="accent1">
                    <a:lumMod val="20000"/>
                    <a:lumOff val="80000"/>
                  </a:schemeClr>
                </a:solidFill>
              </a:rPr>
              <a:t>Established in:</a:t>
            </a:r>
            <a:r>
              <a:rPr lang="en-US" sz="2400" b="1" dirty="0" smtClean="0">
                <a:solidFill>
                  <a:schemeClr val="accent1">
                    <a:lumMod val="20000"/>
                    <a:lumOff val="80000"/>
                  </a:schemeClr>
                </a:solidFill>
              </a:rPr>
              <a:t>2008</a:t>
            </a:r>
            <a:endParaRPr lang="en-US" b="1" dirty="0" smtClean="0">
              <a:solidFill>
                <a:schemeClr val="accent1">
                  <a:lumMod val="20000"/>
                  <a:lumOff val="80000"/>
                </a:schemeClr>
              </a:solidFill>
            </a:endParaRPr>
          </a:p>
          <a:p>
            <a:r>
              <a:rPr lang="en-US" dirty="0" smtClean="0">
                <a:solidFill>
                  <a:schemeClr val="accent1">
                    <a:lumMod val="20000"/>
                    <a:lumOff val="80000"/>
                  </a:schemeClr>
                </a:solidFill>
              </a:rPr>
              <a:t>Office </a:t>
            </a:r>
            <a:r>
              <a:rPr lang="en-US" dirty="0">
                <a:solidFill>
                  <a:schemeClr val="accent1">
                    <a:lumMod val="20000"/>
                    <a:lumOff val="80000"/>
                  </a:schemeClr>
                </a:solidFill>
              </a:rPr>
              <a:t>Address</a:t>
            </a:r>
            <a:r>
              <a:rPr lang="en-US" dirty="0" smtClean="0">
                <a:solidFill>
                  <a:schemeClr val="accent1">
                    <a:lumMod val="20000"/>
                    <a:lumOff val="80000"/>
                  </a:schemeClr>
                </a:solidFill>
              </a:rPr>
              <a:t>: </a:t>
            </a:r>
            <a:r>
              <a:rPr lang="en-US" sz="2400" b="1" dirty="0" smtClean="0">
                <a:solidFill>
                  <a:schemeClr val="accent1">
                    <a:lumMod val="20000"/>
                    <a:lumOff val="80000"/>
                  </a:schemeClr>
                </a:solidFill>
              </a:rPr>
              <a:t>H </a:t>
            </a:r>
            <a:r>
              <a:rPr lang="en-US" sz="2400" b="1" dirty="0">
                <a:solidFill>
                  <a:schemeClr val="accent1">
                    <a:lumMod val="20000"/>
                    <a:lumOff val="80000"/>
                  </a:schemeClr>
                </a:solidFill>
              </a:rPr>
              <a:t>- 101 , </a:t>
            </a:r>
            <a:r>
              <a:rPr lang="en-US" sz="2400" b="1" dirty="0" err="1">
                <a:solidFill>
                  <a:schemeClr val="accent1">
                    <a:lumMod val="20000"/>
                    <a:lumOff val="80000"/>
                  </a:schemeClr>
                </a:solidFill>
              </a:rPr>
              <a:t>Mayuresh</a:t>
            </a:r>
            <a:r>
              <a:rPr lang="en-US" sz="2400" b="1" dirty="0">
                <a:solidFill>
                  <a:schemeClr val="accent1">
                    <a:lumMod val="20000"/>
                    <a:lumOff val="80000"/>
                  </a:schemeClr>
                </a:solidFill>
              </a:rPr>
              <a:t> Park , Lake Road , </a:t>
            </a:r>
            <a:r>
              <a:rPr lang="en-US" sz="2400" b="1" dirty="0" err="1">
                <a:solidFill>
                  <a:schemeClr val="accent1">
                    <a:lumMod val="20000"/>
                    <a:lumOff val="80000"/>
                  </a:schemeClr>
                </a:solidFill>
              </a:rPr>
              <a:t>Bhandup</a:t>
            </a:r>
            <a:r>
              <a:rPr lang="en-US" sz="2400" b="1" dirty="0">
                <a:solidFill>
                  <a:schemeClr val="accent1">
                    <a:lumMod val="20000"/>
                    <a:lumOff val="80000"/>
                  </a:schemeClr>
                </a:solidFill>
              </a:rPr>
              <a:t> (W)</a:t>
            </a:r>
            <a:endParaRPr lang="en-US" b="1" dirty="0" smtClean="0">
              <a:solidFill>
                <a:schemeClr val="accent1">
                  <a:lumMod val="20000"/>
                  <a:lumOff val="80000"/>
                </a:schemeClr>
              </a:solidFill>
            </a:endParaRPr>
          </a:p>
          <a:p>
            <a:r>
              <a:rPr lang="en-US" dirty="0" smtClean="0">
                <a:solidFill>
                  <a:schemeClr val="accent1">
                    <a:lumMod val="20000"/>
                    <a:lumOff val="80000"/>
                  </a:schemeClr>
                </a:solidFill>
              </a:rPr>
              <a:t>Phone:</a:t>
            </a:r>
            <a:r>
              <a:rPr lang="en-US" sz="2400" b="1" dirty="0" smtClean="0">
                <a:solidFill>
                  <a:schemeClr val="accent1">
                    <a:lumMod val="20000"/>
                    <a:lumOff val="80000"/>
                  </a:schemeClr>
                </a:solidFill>
              </a:rPr>
              <a:t>8082727625</a:t>
            </a:r>
            <a:endParaRPr lang="en-US" b="1" dirty="0" smtClean="0">
              <a:solidFill>
                <a:schemeClr val="accent1">
                  <a:lumMod val="20000"/>
                  <a:lumOff val="80000"/>
                </a:schemeClr>
              </a:solidFill>
            </a:endParaRPr>
          </a:p>
          <a:p>
            <a:r>
              <a:rPr lang="en-US" dirty="0" smtClean="0">
                <a:solidFill>
                  <a:schemeClr val="accent1">
                    <a:lumMod val="20000"/>
                    <a:lumOff val="80000"/>
                  </a:schemeClr>
                </a:solidFill>
              </a:rPr>
              <a:t>Email Address: </a:t>
            </a:r>
            <a:r>
              <a:rPr lang="en-US" sz="2400" b="1" dirty="0" smtClean="0">
                <a:solidFill>
                  <a:schemeClr val="accent1">
                    <a:lumMod val="20000"/>
                    <a:lumOff val="80000"/>
                  </a:schemeClr>
                </a:solidFill>
              </a:rPr>
              <a:t>sadhavitranslines@hotmail.com</a:t>
            </a:r>
            <a:endParaRPr lang="en-US" dirty="0" smtClean="0">
              <a:solidFill>
                <a:schemeClr val="accent1">
                  <a:lumMod val="20000"/>
                  <a:lumOff val="80000"/>
                </a:schemeClr>
              </a:solidFill>
            </a:endParaRPr>
          </a:p>
          <a:p>
            <a:endParaRPr lang="en-US" dirty="0">
              <a:solidFill>
                <a:schemeClr val="accent1">
                  <a:lumMod val="20000"/>
                  <a:lumOff val="80000"/>
                </a:schemeClr>
              </a:solidFill>
            </a:endParaRPr>
          </a:p>
        </p:txBody>
      </p:sp>
    </p:spTree>
    <p:extLst>
      <p:ext uri="{BB962C8B-B14F-4D97-AF65-F5344CB8AC3E}">
        <p14:creationId xmlns:p14="http://schemas.microsoft.com/office/powerpoint/2010/main" val="20076202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Hp\Desktop\logo_ST.png"/>
          <p:cNvPicPr>
            <a:picLocks noChangeAspect="1" noChangeArrowheads="1"/>
          </p:cNvPicPr>
          <p:nvPr/>
        </p:nvPicPr>
        <p:blipFill rotWithShape="1">
          <a:blip r:embed="rId2">
            <a:extLst>
              <a:ext uri="{28A0092B-C50C-407E-A947-70E740481C1C}">
                <a14:useLocalDpi xmlns:a14="http://schemas.microsoft.com/office/drawing/2010/main" val="0"/>
              </a:ext>
            </a:extLst>
          </a:blip>
          <a:srcRect l="2414" b="37808"/>
          <a:stretch/>
        </p:blipFill>
        <p:spPr bwMode="auto">
          <a:xfrm>
            <a:off x="2" y="1443835"/>
            <a:ext cx="9143998" cy="5419083"/>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txBox="1">
            <a:spLocks/>
          </p:cNvSpPr>
          <p:nvPr/>
        </p:nvSpPr>
        <p:spPr>
          <a:xfrm>
            <a:off x="24754" y="2853934"/>
            <a:ext cx="9143997" cy="122164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7200" dirty="0" smtClean="0">
                <a:solidFill>
                  <a:schemeClr val="accent1">
                    <a:lumMod val="20000"/>
                    <a:lumOff val="80000"/>
                  </a:schemeClr>
                </a:solidFill>
              </a:rPr>
              <a:t>THANK YOU</a:t>
            </a:r>
          </a:p>
          <a:p>
            <a:pPr algn="ctr"/>
            <a:endParaRPr lang="en-US" sz="4400" dirty="0">
              <a:solidFill>
                <a:schemeClr val="accent1">
                  <a:lumMod val="20000"/>
                  <a:lumOff val="80000"/>
                </a:schemeClr>
              </a:solidFill>
            </a:endParaRPr>
          </a:p>
        </p:txBody>
      </p:sp>
    </p:spTree>
    <p:extLst>
      <p:ext uri="{BB962C8B-B14F-4D97-AF65-F5344CB8AC3E}">
        <p14:creationId xmlns:p14="http://schemas.microsoft.com/office/powerpoint/2010/main" val="151532678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735</TotalTime>
  <Words>130</Words>
  <Application>Microsoft Office PowerPoint</Application>
  <PresentationFormat>On-screen Show (4:3)</PresentationFormat>
  <Paragraphs>38</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PowerPoint Presentation</vt:lpstr>
      <vt:lpstr>About Us</vt:lpstr>
      <vt:lpstr>PowerPoint Presentation</vt:lpstr>
      <vt:lpstr>Our Major Clients</vt:lpstr>
      <vt:lpstr>Our Details</vt:lpstr>
      <vt:lpstr>PowerPoint Presentation</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Hp</cp:lastModifiedBy>
  <cp:revision>59</cp:revision>
  <dcterms:created xsi:type="dcterms:W3CDTF">2013-08-21T19:17:07Z</dcterms:created>
  <dcterms:modified xsi:type="dcterms:W3CDTF">2023-06-24T07:34:53Z</dcterms:modified>
</cp:coreProperties>
</file>